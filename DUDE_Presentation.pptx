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8FA3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Intent 분류</c:v>
                  </c:pt>
                  <c:pt idx="1">
                    <c:v>Planner</c:v>
                  </c:pt>
                  <c:pt idx="2">
                    <c:v>판단</c:v>
                  </c:pt>
                  <c:pt idx="3">
                    <c:v>문서 요약</c:v>
                  </c:pt>
                  <c:pt idx="4">
                    <c:v>문서 생성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3954</c:v>
                </c:pt>
                <c:pt idx="1">
                  <c:v>1471</c:v>
                </c:pt>
                <c:pt idx="2">
                  <c:v>3468</c:v>
                </c:pt>
                <c:pt idx="3">
                  <c:v>900</c:v>
                </c:pt>
                <c:pt idx="4">
                  <c:v>1350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</c:v>
                </c:pt>
              </c:strCache>
            </c:strRef>
          </c:tx>
          <c:spPr>
            <a:solidFill>
              <a:srgbClr val="C06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Intent 분류</c:v>
                  </c:pt>
                  <c:pt idx="1">
                    <c:v>Planner</c:v>
                  </c:pt>
                  <c:pt idx="2">
                    <c:v>판단</c:v>
                  </c:pt>
                  <c:pt idx="3">
                    <c:v>문서 요약</c:v>
                  </c:pt>
                  <c:pt idx="4">
                    <c:v>문서 생성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610</c:v>
                </c:pt>
                <c:pt idx="1">
                  <c:v>150</c:v>
                </c:pt>
                <c:pt idx="2">
                  <c:v>328</c:v>
                </c:pt>
                <c:pt idx="3">
                  <c:v>100</c:v>
                </c:pt>
                <c:pt idx="4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C3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51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SKN21 Final Project · 3TEAM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DUDE (듀드)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5E2"/>
                </a:solidFill>
              </a:rPr>
              <a:t>LangGraph 기반 멀티 에이전트 업무 자동화 시스템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4"/>
                </a:solidFill>
              </a:rPr>
              <a:t>규정 판단 · 문서 생성/분석 · 일정 관리를 AI가 자연어로 처리합니다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51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필요한가?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4"/>
                </a:solidFill>
              </a:rPr>
              <a:t>집중 시간 부족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핵심 업무에 집중할 시간이 부족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4"/>
                </a:solidFill>
              </a:rPr>
              <a:t>정보 검색 낭비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사내 문서와 규정 검색에 과도한 시간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6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4"/>
                </a:solidFill>
              </a:rPr>
              <a:t>커뮤니케이션 부담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반복적 소통 업무에 시간 소요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A6F"/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164"/>
                </a:solidFill>
              </a:rPr>
              <a:t>DUDE가 해결합니다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자연어 한 마디로 규정 확인, 문서 생성, 일정 등록까지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463040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164"/>
                </a:solidFill>
              </a:rPr>
              <a:t>규정 판단  RAG + 4중 보조장치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463040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164"/>
                </a:solidFill>
              </a:rPr>
              <a:t>문서  생성/요약/검색/QA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194560" cy="411480"/>
          </a:xfrm>
          <a:prstGeom prst="roundRect">
            <a:avLst>
              <a:gd name="adj" fmla="val 44444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164"/>
                </a:solidFill>
              </a:rPr>
              <a:t>일정  Google 5종 연동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164"/>
                </a:solidFill>
              </a:rPr>
              <a:t>핵심 효과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업무 시간 절감 — 규정 확인 30분→10초, 문서 작성 2시간→5분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판단 정확도 향상 — RAG 4중 보조장치 + 신뢰도 점수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복합 업무 자동 분해 — Task Planner 단계별 자동 실행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sLLM 독립 운영 — Kanana-1.5-8B + LoRA 자체 서빙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164"/>
                </a:solidFill>
              </a:rPr>
              <a:t>기대 효과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컴플라이언스 리스크 감소 — 규정 기반 판단 자동화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조직 지식 자산화 — 사내 문서 벡터 DB 축적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Google Workspace 통합 — 단일 OAuth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확장 가능한 Agent 아키텍처 — LangGraph + LoRA 핫스왑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164"/>
                </a:solidFill>
              </a:rPr>
              <a:t>팀 구성 및 역할 분담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멘토: 최민수</a:t>
            </a:r>
            <a:endParaRPr lang="en-US" sz="1000" dirty="0"/>
          </a:p>
        </p:txBody>
      </p:sp>
      <p:pic>
        <p:nvPicPr>
          <p:cNvPr id="5" name="Image 0" descr="assets/avatar-jiy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005840" cy="10058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651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6728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신지용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4"/>
                </a:solidFill>
              </a:rPr>
              <a:t>PM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프로젝트 관리 + 의도 분류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오케스트레이터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문서 Agent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4480560"/>
            <a:ext cx="1920240" cy="0"/>
          </a:xfrm>
          <a:prstGeom prst="line">
            <a:avLst/>
          </a:prstGeom>
          <a:noFill/>
          <a:ln w="25400">
            <a:solidFill>
              <a:srgbClr val="56728A"/>
            </a:solidFill>
            <a:prstDash val="solid"/>
          </a:ln>
        </p:spPr>
      </p:sp>
      <p:pic>
        <p:nvPicPr>
          <p:cNvPr id="11" name="Image 1" descr="assets/avatar-jiyo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1005840" cy="1005840"/>
          </a:xfrm>
          <a:prstGeom prst="ellipse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51760" y="2651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6728A"/>
          </a:solidFill>
          <a:ln/>
        </p:spPr>
      </p:sp>
      <p:sp>
        <p:nvSpPr>
          <p:cNvPr id="13" name="Text 9"/>
          <p:cNvSpPr/>
          <p:nvPr/>
        </p:nvSpPr>
        <p:spPr>
          <a:xfrm>
            <a:off x="26517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문지영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517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4"/>
                </a:solidFill>
              </a:rPr>
              <a:t>FE / AI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51760" y="3474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React UI + SSE 실시간 채팅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Intent 멀티라벨 분류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Planner LoRA 파인튜닝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651760" y="4480560"/>
            <a:ext cx="1920240" cy="0"/>
          </a:xfrm>
          <a:prstGeom prst="line">
            <a:avLst/>
          </a:prstGeom>
          <a:noFill/>
          <a:ln w="25400">
            <a:solidFill>
              <a:srgbClr val="56728A"/>
            </a:solidFill>
            <a:prstDash val="solid"/>
          </a:ln>
        </p:spPr>
      </p:sp>
      <p:pic>
        <p:nvPicPr>
          <p:cNvPr id="17" name="Image 2" descr="assets/avatar-hyeb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1005840" cy="1005840"/>
          </a:xfrm>
          <a:prstGeom prst="ellipse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46320" y="2651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6728A"/>
          </a:solidFill>
          <a:ln/>
        </p:spPr>
      </p:sp>
      <p:sp>
        <p:nvSpPr>
          <p:cNvPr id="19" name="Text 14"/>
          <p:cNvSpPr/>
          <p:nvPr/>
        </p:nvSpPr>
        <p:spPr>
          <a:xfrm>
            <a:off x="48463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안혜빈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4632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4"/>
                </a:solidFill>
              </a:rPr>
              <a:t>BE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3474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FastAPI + DB + 인증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Google API 연동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멀티 Agent 기능 강화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846320" y="4480560"/>
            <a:ext cx="1920240" cy="0"/>
          </a:xfrm>
          <a:prstGeom prst="line">
            <a:avLst/>
          </a:prstGeom>
          <a:noFill/>
          <a:ln w="25400">
            <a:solidFill>
              <a:srgbClr val="56728A"/>
            </a:solidFill>
            <a:prstDash val="solid"/>
          </a:ln>
        </p:spPr>
      </p:sp>
      <p:pic>
        <p:nvPicPr>
          <p:cNvPr id="23" name="Image 3" descr="assets/avatar-gyeonge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63040"/>
            <a:ext cx="1005840" cy="1005840"/>
          </a:xfrm>
          <a:prstGeom prst="ellipse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040880" y="26517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6728A"/>
          </a:solidFill>
          <a:ln/>
        </p:spPr>
      </p:sp>
      <p:sp>
        <p:nvSpPr>
          <p:cNvPr id="25" name="Text 19"/>
          <p:cNvSpPr/>
          <p:nvPr/>
        </p:nvSpPr>
        <p:spPr>
          <a:xfrm>
            <a:off x="704088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윤경은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4088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4"/>
                </a:solidFill>
              </a:rPr>
              <a:t>AI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40880" y="3474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판단 Agent + RAG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LoRA 파인튜닝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팀스페이스 기능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040880" y="4480560"/>
            <a:ext cx="1920240" cy="0"/>
          </a:xfrm>
          <a:prstGeom prst="line">
            <a:avLst/>
          </a:prstGeom>
          <a:noFill/>
          <a:ln w="25400">
            <a:solidFill>
              <a:srgbClr val="56728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164"/>
                </a:solidFill>
              </a:rPr>
              <a:t>기술 스택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672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AI / 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LangGraph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Kanana-1.5-8B + LoRA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vLLM (RunPod A100)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KoELECTRA (Intent)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Qdrant + BM25 + BGE Reranker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7D6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FastAPI + SSE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PostgreSQL 16 (RDS)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SQLAlchemy + Alembic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JWT + Google OAuth 2.0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9A6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Frontend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React 18 (Vite)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Zustand + TanStack Query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Tailwind + shadcn/ui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FullCalendar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49A3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Infra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256032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AWS EC2 + 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Docker Compose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GitHub Actions CI/CD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</a:rPr>
              <a:t>RunPod A100 + Qdrant Cloud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164"/>
                </a:solidFill>
              </a:rPr>
              <a:t>전체 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164"/>
                </a:solidFill>
              </a:rPr>
              <a:t>User Query  →  React  →  FastAPI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7315200" cy="2011680"/>
          </a:xfrm>
          <a:prstGeom prst="roundRect">
            <a:avLst>
              <a:gd name="adj" fmla="val 4545"/>
            </a:avLst>
          </a:prstGeom>
          <a:solidFill>
            <a:srgbClr val="E8EEF3"/>
          </a:solidFill>
          <a:ln w="6350">
            <a:solidFill>
              <a:srgbClr val="C8D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7A0"/>
                </a:solidFill>
              </a:rPr>
              <a:t>AI CORE (LangGraph)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164"/>
                </a:solidFill>
              </a:rPr>
              <a:t>Intent Classifier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164"/>
                </a:solidFill>
              </a:rPr>
              <a:t>roberta-large · 93.3%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4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1031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C8D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5164"/>
                </a:solidFill>
              </a:rPr>
              <a:t>Task Planner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5164"/>
                </a:solidFill>
              </a:rPr>
              <a:t>Kanana LoRA · 87.0%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321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4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1031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5672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Orchestrator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조건부 라우팅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1554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926080"/>
            <a:ext cx="36576" cy="640080"/>
          </a:xfrm>
          <a:prstGeom prst="rect">
            <a:avLst/>
          </a:prstGeom>
          <a:solidFill>
            <a:srgbClr val="56728A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728A"/>
                </a:solidFill>
              </a:rPr>
              <a:t>Judgment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4중 보조장치 + 신뢰도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926080" y="2926080"/>
            <a:ext cx="1554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926080"/>
            <a:ext cx="36576" cy="640080"/>
          </a:xfrm>
          <a:prstGeom prst="rect">
            <a:avLst/>
          </a:prstGeom>
          <a:solidFill>
            <a:srgbClr val="8B7D6E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7D6E"/>
                </a:solidFill>
              </a:rPr>
              <a:t>Document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생성/요약/검색/QA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1554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926080"/>
            <a:ext cx="36576" cy="640080"/>
          </a:xfrm>
          <a:prstGeom prst="rect">
            <a:avLst/>
          </a:prstGeom>
          <a:solidFill>
            <a:srgbClr val="5B9A6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9A6F"/>
                </a:solidFill>
              </a:rPr>
              <a:t>Schedule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Google 5종 연동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00800" y="2926080"/>
            <a:ext cx="1554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926080"/>
            <a:ext cx="36576" cy="6400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</a:rPr>
              <a:t>General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대화/인사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1480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188720" y="402336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7F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PostgreSQL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RDS · 17 tables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926080" y="402336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7F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Qdrant Cloud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Vector + BM25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63440" y="402336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7F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vLLM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RunPod A100 · LoRA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0" y="402336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7F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Google APIs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7D6E"/>
                </a:solidFill>
              </a:rPr>
              <a:t>Calendar/Tasks/Gmail/Sheets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71600" y="4663440"/>
            <a:ext cx="6400800" cy="365760"/>
          </a:xfrm>
          <a:prstGeom prst="roundRect">
            <a:avLst>
              <a:gd name="adj" fmla="val 20000"/>
            </a:avLst>
          </a:prstGeom>
          <a:solidFill>
            <a:srgbClr val="F4F5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164"/>
                </a:solidFill>
              </a:rPr>
              <a:t>SSE Streaming Response · E2E 2~4s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164"/>
                </a:solidFill>
              </a:rPr>
              <a:t>Agent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Judgment 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사내규정 기반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yes/no/conditional 판단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근거 조항 + 대안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56728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사용자 질의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RAG (top-k)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9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sLLM 판단 (LoRA v1)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4중 보조장치 + confidence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56728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30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응답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91840" y="109728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Document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문서 생성/요약/검색/QA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4가지 오퍼레이션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66160" y="226771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8B7D6E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사용자 질의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0" y="24231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66160" y="263347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서브타입 판단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566160" y="2788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299923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2999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sLLM ← LoRA 라우팅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566160" y="3154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566160" y="336499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8B7D6E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응답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09360" y="109728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164"/>
                </a:solidFill>
              </a:rPr>
              <a:t>Schedule AGENT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자연어 → 일정 등록/조회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+ Google 5종 연동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83680" y="226771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5B9A6F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2267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사용자 질의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83680" y="24231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0" y="263347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LLM 자연어 파싱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583680" y="2788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3680" y="299923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F4F5F7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2999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Google API 호출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83680" y="3154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↓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0" y="3364992"/>
            <a:ext cx="2194560" cy="201168"/>
          </a:xfrm>
          <a:prstGeom prst="roundRect">
            <a:avLst>
              <a:gd name="adj" fmla="val 13636"/>
            </a:avLst>
          </a:prstGeom>
          <a:solidFill>
            <a:srgbClr val="5B9A6F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결과 반환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" y="489204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56728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Planner Agent: 3개 Agent를 하나의 LangGraph 오케스트레이터로 융합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728A"/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164"/>
                </a:solidFill>
              </a:rPr>
              <a:t>데이터셋 현황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164"/>
                </a:solidFill>
              </a:rPr>
              <a:t>전체 데이터 현황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출처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Intent 분류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자체 제작 + Adversarial 463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Planner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자체 제작 + GPT 증강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판단 LoRA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수동 제작(Excel) + 규정DB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문서요약 LoRA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 Hub SN 582 + GPT 증강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문서생성 LoRA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 Hub + 합성(회의록/보고서/제안서)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5164"/>
                </a:solidFill>
              </a:rPr>
              <a:t>성능 평가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97.9%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Intent Test F1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KoELECTRA · 7.9ms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Judgment 정확도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LoRA v3 · JSON 97.6%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9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Doc Gen BERTScore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LoRA v3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949440" y="914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RAG MRR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1600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</a:rPr>
              <a:t>Hybrid+Reranker+HyDE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164"/>
                </a:solidFill>
              </a:rPr>
              <a:t>Kanana Base vs LoRA 파인튜닝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개선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판단 정확도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83.5%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85.4%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B9A6F"/>
                          </a:solidFill>
                        </a:rPr>
                        <a:t>+1.9%p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요약 BERTScore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0.859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B9A6F"/>
                          </a:solidFill>
                        </a:rPr>
                        <a:t>+0.031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생성 BERTScore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0.896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0.926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B9A6F"/>
                          </a:solidFill>
                        </a:rPr>
                        <a:t>+0.030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생성 JSON 유효율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77.3%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87.3%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B9A6F"/>
                          </a:solidFill>
                        </a:rPr>
                        <a:t>+10%p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생성 False Fill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44.3%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17.9%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B9A6F"/>
                          </a:solidFill>
                        </a:rPr>
                        <a:t>-26.4%p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84632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164"/>
                </a:solidFill>
              </a:rPr>
              <a:t>모델별 최종 성능 요약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6517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모듈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72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6728A"/>
                          </a:solidFill>
                        </a:rPr>
                        <a:t>Intent (KoELECTRA)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Test F1 / Adversarial F1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97.9% / 87.8%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6728A"/>
                          </a:solidFill>
                        </a:rPr>
                        <a:t>Planner (Kanana)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Held-out 정확도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87.0%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7D6E"/>
                          </a:solidFill>
                        </a:rPr>
                        <a:t>Judgment (LoRA v3)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정확도 / JSON 유효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85.4% / 97.6%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7D6E"/>
                          </a:solidFill>
                        </a:rPr>
                        <a:t>Doc Summary (v3)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BERTScore / 포맷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0.859 / 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7D6E"/>
                          </a:solidFill>
                        </a:rPr>
                        <a:t>Doc Generate (v3)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BERTScore / JSON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0.926 / 87.3%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9A6F"/>
                          </a:solidFill>
                        </a:rPr>
                        <a:t>RAG 검색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MRR / Hit Rate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0.952 / 95.2%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51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5E2"/>
                </a:solidFill>
              </a:rPr>
              <a:t>WorkFlow Agent — DUDE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5E2"/>
                </a:solidFill>
              </a:rPr>
              <a:t>감사합니다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4"/>
                </a:solidFill>
              </a:rPr>
              <a:t>SKN21 Final Project · 3TEAM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 Agent - DUDE</dc:title>
  <dc:subject>PptxGenJS Presentation</dc:subject>
  <dc:creator>3TEAM</dc:creator>
  <cp:lastModifiedBy>3TEAM</cp:lastModifiedBy>
  <cp:revision>1</cp:revision>
  <dcterms:created xsi:type="dcterms:W3CDTF">2026-03-26T07:02:04Z</dcterms:created>
  <dcterms:modified xsi:type="dcterms:W3CDTF">2026-03-26T07:02:04Z</dcterms:modified>
</cp:coreProperties>
</file>